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73152" cy="5143500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486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GraphBench Challenge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Réfutation automatique de conjectures en théorie des graphes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8229600" cy="0"/>
          </a:xfrm>
          <a:prstGeom prst="line">
            <a:avLst/>
          </a:prstGeom>
          <a:noFill/>
          <a:ln w="12700">
            <a:solidFill>
              <a:srgbClr val="C9C5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Martim Moreira Alves  ·  Noé Arnaud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334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MIAGE — Université Paris Dauphine  ·  12 mai 2026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2286000" cy="12801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383280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/ 100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48640" y="4059936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conjectures réfutées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08960" y="3291840"/>
            <a:ext cx="2286000" cy="1280160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08960" y="3383280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221,51 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108960" y="4059936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total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3291840"/>
            <a:ext cx="2286000" cy="12801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3383280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5669280" y="4059936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réfutées en &lt; 1 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problème : réfuter des conjectures sur des graphes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8046720" cy="91440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144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conjecture : Y(G) ≤ f( X(G) )     ou     Y(G) ≥ f( X(G) 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où X, Y sont des invariants de graphe (degré max, nombre de triangles, proximité…)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f est un polynôme donné.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8046720" cy="0"/>
          </a:xfrm>
          <a:prstGeom prst="line">
            <a:avLst/>
          </a:prstGeom>
          <a:noFill/>
          <a:ln w="12700">
            <a:solidFill>
              <a:srgbClr val="C9C5B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7432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de violation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090672"/>
            <a:ext cx="8046720" cy="658368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090672"/>
            <a:ext cx="8046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violation(G) = Y(G) − f(X(G))     si signe ≤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violation(G) = f(X(G)) − Y(G)     si signe 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38404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Dès que violation &gt; 0 → contre-exemple trouvé.  Score final = somme des temps + 120 s de pénalité par conjecture non réfutée.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: deux approches complémentaires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474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1 — Heuristique simple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4023360" cy="3474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9144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2 — FunSearch (LLM)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347472" cy="3474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141732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 atlas : tester 1 252 graphes connus (≤ 7 nœuds) + familles classiques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347472" cy="3474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3774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 initiale : seeds structurées selon les invariants de la conjecture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347472" cy="3474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3375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Boucle locale 60 s : tournoi, mutation ciblée 70%, liste taboue, kick + redémarrage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4880" y="1417320"/>
            <a:ext cx="347472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12080" y="141732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Génération : le LLM produit une fonction Python heuristic_score(G)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2377440"/>
            <a:ext cx="347472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2377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12080" y="23774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Évaluation : la fonction guide la recherche sur 25 conjectures en parallèle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3337560"/>
            <a:ext cx="347472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12080" y="33375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Sélection des 3 meilleures fonctions, réinjectées dans le prompt suivant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26280" y="914400"/>
            <a:ext cx="0" cy="3474720"/>
          </a:xfrm>
          <a:prstGeom prst="line">
            <a:avLst/>
          </a:prstGeom>
          <a:noFill/>
          <a:ln w="15240">
            <a:solidFill>
              <a:srgbClr val="C9C5B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Passe atlas : 72 conjectures réfutées instantanément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926080" cy="13716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05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/ 99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9260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réfutées dès la 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91440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contient l'atlas 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749040" y="1353312"/>
            <a:ext cx="54864" cy="457200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13632" y="13533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1 252 graphes connexes à ≤ 7 sommets (NetworkX atlas)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49040" y="1901952"/>
            <a:ext cx="54864" cy="457200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13632" y="190195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Arbres de 8 à 12 sommets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49040" y="2450592"/>
            <a:ext cx="54864" cy="457200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13632" y="245059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Familles classiques (n = 8…25) : chemins, cycles, étoiles, graphes complets, roues, chenilles, bipartis, Kn+ bras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8412480" cy="0"/>
          </a:xfrm>
          <a:prstGeom prst="line">
            <a:avLst/>
          </a:prstGeom>
          <a:noFill/>
          <a:ln w="12700">
            <a:solidFill>
              <a:srgbClr val="C9C5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99923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Exemple : clique_number(G) ≤ −1/2 + 15/8 · d̄(G)  →  réfutée par K₂ en 0,06 s (violation = 0,625).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54787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des 99 conjectures réfutées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13632"/>
            <a:ext cx="6995160" cy="50292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52360" y="3913632"/>
            <a:ext cx="1234440" cy="502920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913632"/>
            <a:ext cx="6995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conjectures en &lt; 1 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52360" y="39136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entre 1–30 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&amp; 3 — Recherche locale avec diversification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64008" cy="17373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0241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Sélection par tournoi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4173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graphes tirés au hasard → garder le meilleur. Favorise les bons candidats sans ignorer les autres.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91440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914400"/>
            <a:ext cx="64008" cy="17373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73752" y="10241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Mutations ciblées 70%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73752" y="14173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Guidées par la conjecture : augmenter triangle_number, étirer le diamètre, agrandir la clique…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743200"/>
            <a:ext cx="64008" cy="17373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852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 taboue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" y="32461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graphe visité est converti en chaîne graph6 et mémorisé. Pas de retour en arrière.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274320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9160" y="2743200"/>
            <a:ext cx="64008" cy="173736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73752" y="2852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 &amp; redémarrage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73752" y="324612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Blocage (100 iter) → 4 mutations d'un coup. Toujours bloqué (500 iter) → nouvelle population.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2 — FunSearch : un LLM comme guide de recherche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Idée centrale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 lieu de coder à la main la fonction de guidage, on demande à gemini-2.5-flash-lite de générer une fonction Python heuristic_score(G, inv, conjecture). La boucle de recherche de la Partie 1 est conservée entièrement — seule la fonction d'évaluation change.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8229600" cy="0"/>
          </a:xfrm>
          <a:prstGeom prst="line">
            <a:avLst/>
          </a:prstGeom>
          <a:noFill/>
          <a:ln w="12700">
            <a:solidFill>
              <a:srgbClr val="C9C5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Boucle d'évolution (10 itérations)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1920240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Génération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127248"/>
            <a:ext cx="1920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LLM reçoit un prompt avec les meilleures fonctions et les conjectures non réfutées → produit une nouvelle fonction.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06040" y="2743200"/>
            <a:ext cx="1920240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06040" y="27432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Compilation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3127248"/>
            <a:ext cx="1920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code est exécuté. En cas d'erreur de syntaxe, on passe à l'itération suivante.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743200"/>
            <a:ext cx="1920240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27432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Évaluation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127248"/>
            <a:ext cx="1920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fonction guide la recherche sur 25 conjectures (60 s max, en parallèle).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903720" y="2743200"/>
            <a:ext cx="1920240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27432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Sélection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3127248"/>
            <a:ext cx="1920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garde les 3 meilleures fonctions (coût le plus bas) à réinjecter dans le prompt.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— dernière exécution (11 mai 2026)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194560" cy="118872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0584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/ 100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627632"/>
            <a:ext cx="219456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réfutées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80360" y="914400"/>
            <a:ext cx="2194560" cy="1188720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100584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221,51 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880360" y="1627632"/>
            <a:ext cx="219456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total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03520" y="914400"/>
            <a:ext cx="1828800" cy="118872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0" y="100584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1,03 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303520" y="1627632"/>
            <a:ext cx="182880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moyen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0" y="914400"/>
            <a:ext cx="1463040" cy="118872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0" y="100584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0,03 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315200" y="1627632"/>
            <a:ext cx="14630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minimal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822960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Métrique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Valeur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Conjectures réfutées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 / 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 total (pénalité incluse)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221,51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Temps minimal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0,032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Temps maximal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29,21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Réfutées en &lt; 1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/ 99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Réfutées par la passe atlas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/ 99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scientifique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474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144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Conjectures faciles à réfuter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 de densité (clique_number, triangle_number, average_degree) — un simple K₂ ou K₃ suffit souvent.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91440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914400"/>
            <a:ext cx="4023360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9144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 difficiles à manipuler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325880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total_domination_number + claw_free (espace très restreint), connectivité algébrique (peu sensible aux mutations), largest_distance_eigenvalue (coût de calcul élevé).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788920"/>
            <a:ext cx="4023360" cy="34747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7889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Mutations les plus efficaces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" y="3200400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 (4 mutations d'un coup) indispensable pour sortir des blocages. Étirer le diamètre (accrocher un sommet à une feuille) : effet immédiat sur proximity &amp; remoteness. Seeds Kn+ bras : haute densité + longue portée.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2788920"/>
            <a:ext cx="4023360" cy="1737360"/>
          </a:xfrm>
          <a:prstGeom prst="rect">
            <a:avLst/>
          </a:prstGeom>
          <a:solidFill>
            <a:srgbClr val="F0EFEB"/>
          </a:solidFill>
          <a:ln w="12700">
            <a:solidFill>
              <a:srgbClr val="C9C5B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9160" y="2788920"/>
            <a:ext cx="4023360" cy="347472"/>
          </a:xfrm>
          <a:prstGeom prst="rect">
            <a:avLst/>
          </a:prstGeom>
          <a:solidFill>
            <a:srgbClr val="A8492C"/>
          </a:solidFill>
          <a:ln w="12700">
            <a:solidFill>
              <a:srgbClr val="A849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27889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FunSearch : bilan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0" y="3200400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 gain sur le score final (déjà 99/100). Légère accélération sur quelques conjectures difficiles. Idées intéressantes : ratio degré max/min, densité adaptive, pénaliser les graphes réguliers.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503920" y="48920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conjectures réfutées sur 100 — score total 221,51 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0"/>
          </a:xfrm>
          <a:prstGeom prst="line">
            <a:avLst/>
          </a:prstGeom>
          <a:noFill/>
          <a:ln w="12700">
            <a:solidFill>
              <a:srgbClr val="C9C5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103120"/>
            <a:ext cx="8046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fonctionne 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passe atlas résout 72% des cas sans aucune optimisation. Les mutations ciblées + kick gèrent les cas difficiles.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807208"/>
            <a:ext cx="8046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Conjecture non réfutée 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griffe + domination totale. Espace très restreint, calcul coûteux — la conjecture est peut-être vraie.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511296"/>
            <a:ext cx="8046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FunSearch 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d'idées utiles, mais l'heuristique de base était déjà trop bonne. Plus pertinent quand on n'a aucune idée de comment guider la recherche à la main.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215384"/>
            <a:ext cx="8046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Perspective 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Demander au LLM de générer directement des familles de graphes plutôt que des fonctions de score.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GraphBench Challenge — Oral</dc:title>
  <dc:subject>PptxGenJS Presentation</dc:subject>
  <dc:creator>PptxGenJS</dc:creator>
  <cp:lastModifiedBy>PptxGenJS</cp:lastModifiedBy>
  <cp:revision>1</cp:revision>
  <dcterms:created xsi:type="dcterms:W3CDTF">2026-05-19T22:43:30Z</dcterms:created>
  <dcterms:modified xsi:type="dcterms:W3CDTF">2026-05-19T22:43:30Z</dcterms:modified>
</cp:coreProperties>
</file>