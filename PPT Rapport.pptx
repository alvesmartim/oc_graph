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6531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GraphBench Challenge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Réfutation automatique de conjectures en théorie des graphes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22960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Martim Moreira Alves  ·  Noé Arnaud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334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MIAGE — Université Paris Dauphine  ·  12 mai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286000" cy="12801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/ 100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8640" y="4059936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conjectures réfutées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3291840"/>
            <a:ext cx="2286000" cy="128016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108960" y="33832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221,51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108960" y="4059936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3291840"/>
            <a:ext cx="2286000" cy="12801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669280" y="33832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669280" y="4059936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réfutées</a:t>
            </a: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1 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problème : réfuter des conjectures sur des graphes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conjecture : Y(G) ≤ f( X(G) )     ou     Y(G) ≥ f( X(G) 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X, Y sont des invariants de graphe (degré max, nombre de triangles, proximité…)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f est un polynôme donné.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804672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de violation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90672"/>
            <a:ext cx="8046720" cy="658368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violation(G) = Y(G) − f(X(G))     si signe ≤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violation(G) = f(X(G)) − Y(G)     si signe 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Dès que violation &gt; 0 → contre-exemple trouvé.  Score final = somme des temps + 120 s de pénalité par conjecture non réfutée.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: deux approches complémentaires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1 — Heuristique simple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2 — FunSearch (LLM)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47472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720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4173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 atlas : tester 1 252 graphes connus (≤ 7 nœuds) + familles classiques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47472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initiale : seeds structurées selon les invariants de la conjecture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Boucle locale 60 s : tournoi, mutation ciblée 70%, liste taboue, kick + redémarrage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1417320"/>
            <a:ext cx="347472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7548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14173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: le LLM produit une fonction Python heuristic_score(G)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2377440"/>
            <a:ext cx="347472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75488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Évaluation : la fonction guide la recherche sur 25 conjectures en parallèle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3337560"/>
            <a:ext cx="347472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75488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Sélection des 3 meilleures fonctions, réinjectées dans le prompt suivant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26280" y="914400"/>
            <a:ext cx="0" cy="3474720"/>
          </a:xfrm>
          <a:prstGeom prst="line">
            <a:avLst/>
          </a:prstGeom>
          <a:noFill/>
          <a:ln w="1524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Passe atlas : 72 conjectures réfutées instantanément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926080" cy="13716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/ 99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926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réfutées dès la 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91440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contient l'atlas 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749040" y="1353312"/>
            <a:ext cx="54864" cy="4572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13632" y="13533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1 252 graphes connexes à ≤ 7 sommets (NetworkX atlas)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901952"/>
            <a:ext cx="54864" cy="4572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913632" y="19019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Arbres de 8 à 12 sommets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2450592"/>
            <a:ext cx="54864" cy="4572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913632" y="245059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Familles classiques (n = 8…25) : chemins, cycles, étoiles, graphes complets, roues, chenilles, bipartis, Kn+ bras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56207"/>
            <a:ext cx="841248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57200" y="299923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 : clique_number(G) ≤ −1/2 + 15/8 · d̄(G)  →  réfutée par K₂ en 0,06 s (violation = 0,625).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5478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des 99 conjectures réfutées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6995160" cy="5029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452360" y="3913632"/>
            <a:ext cx="1234440" cy="50292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57200" y="3913632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conjectures en &lt; 1 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52360" y="39136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entre 1–30 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&amp; 3 — Recherche locale avec diversification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21792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Sélection par tournoi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173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graphes tirés au hasard → garder le meilleur. Favorise les bons candidats sans ignorer les autres.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873752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Mutations ciblées 70%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73752" y="14173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Guidées par la conjecture : augmenter triangle_number, étirer le diamètre, agrandir la clique…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21792" y="2852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 taboue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" y="3246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graphe visité est converti en chaîne graph6 et mémorisé. Pas de retour en arrière.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7432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709160" y="27432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73752" y="2852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 &amp; redémarrage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73752" y="3246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Blocage (100 iter) → 4 mutations d'un coup. Toujours bloqué (500 iter) → nouvelle population.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2 — FunSearch : un LLM comme guide de recherche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Idée centrale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lieu de coder à la main la fonction de guidage, on demande à gemini-2.5-flash-lite de générer une fonction Python heuristic_score(G, inv, conjecture). La boucle de recherche de la Partie 1 est conservée entièrement — seule la fonction d'évaluation change.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822960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Boucle d'évolution (10 itérations)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Génération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LLM reçoit un prompt avec les meilleures fonctions et les conjectures non réfutées → produit une nouvelle fonction.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0604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Compilation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est exécuté. En cas d'erreur de syntaxe, on passe à l'itération suivante.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5488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Évaluation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fonction guide la recherche sur 25 conjectures (60 s max, en parallèle).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0372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90372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Sélection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garde les 3 meilleures fonctions (coût le plus bas) à réinjecter dans le prompt.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dernière exécution (11 mai 2026)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194560" cy="11887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/ 100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27632"/>
            <a:ext cx="21945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réfutées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80360" y="914400"/>
            <a:ext cx="2194560" cy="118872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100584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221,51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880360" y="1627632"/>
            <a:ext cx="21945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03520" y="914400"/>
            <a:ext cx="1828800" cy="11887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303520" y="10058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1,03 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303520" y="1627632"/>
            <a:ext cx="18288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moyen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914400"/>
            <a:ext cx="1463040" cy="11887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315200" y="10058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0,03 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0" y="1627632"/>
            <a:ext cx="14630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minimal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8229600" cy="9144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Métrique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Conjectures réfutées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 / 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 total (pénalité incluse)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221,51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Temps minimal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0,032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Temps maximal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Réfutées en &lt; 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/ 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Réfutées par la passe atlas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/ 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scientifique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Conjectures faciles à réfuter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 de densité (clique_number, triangle_number, average_degree) — un simple K₂ ou K₃ suffit souvent.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02336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70916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 difficiles à manipuler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32588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total_domination_number + claw_free (espace très restreint), connectivité algébrique (peu sensible aux mutations), largest_distance_eigenvalue (coût de calcul élevé).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7200" y="27889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Mutations les plus efficaces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 (4 mutations d'un coup) indispensable pour sortir des blocages. Étirer le diamètre (accrocher un sommet à une feuille) : effet immédiat sur proximity &amp; remoteness. Seeds Kn+ bras : haute densité + longue portée.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8892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709160" y="2788920"/>
            <a:ext cx="402336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709160" y="27889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FunSearch : bilan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20040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gain sur le score final (déjà 99/100). Légère accélération sur quelques conjectures difficiles. Idées intéressantes : ratio degré max/min, densité adaptive, pénaliser les graphes réguliers.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conjectures réfutées sur 100 — score total 221,51 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fonctionne : </a:t>
            </a: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passe atlas résout 72% des cas sans aucune optimisation. Les mutations ciblées + kick gèrent les cas difficiles.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07208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Conjecture non réfutée : </a:t>
            </a: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griffe + domination totale. Espace très restreint, calcul coûteux — la conjecture est peut-être vraie.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511296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FunSearch : </a:t>
            </a: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d'idées utiles, mais l'heuristique de base était déjà trop bonne. Plus pertinent quand on n'a aucune idée de comment guider la recherche à la main.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215384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Perspective : </a:t>
            </a: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au LLM de générer directement des familles de graphes plutôt que des fonctions de score.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980</Words>
  <Application>Microsoft Office PowerPoint</Application>
  <PresentationFormat>Affichage à l'écran (16:9)</PresentationFormat>
  <Paragraphs>121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GraphBench Challenge — Oral</dc:title>
  <dc:subject>PptxGenJS Presentation</dc:subject>
  <dc:creator>PptxGenJS</dc:creator>
  <cp:lastModifiedBy>Martim Moreira Alves</cp:lastModifiedBy>
  <cp:revision>2</cp:revision>
  <dcterms:created xsi:type="dcterms:W3CDTF">2026-05-19T22:43:30Z</dcterms:created>
  <dcterms:modified xsi:type="dcterms:W3CDTF">2026-05-19T23:28:32Z</dcterms:modified>
</cp:coreProperties>
</file>